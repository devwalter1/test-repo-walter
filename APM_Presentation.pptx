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8F9FA"/>
                </a:solidFill>
              </a:defRPr>
            </a:pPr>
            <a:r>
              <a:t>Advanced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96C7"/>
                </a:solidFill>
              </a:defRPr>
            </a:pPr>
            <a:r>
              <a:t>Group Project Results</a:t>
            </a:r>
            <a:br/>
            <a:r>
              <a:t>Loan Application Process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🎩 Created by Walter for Artur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1. Initial Overview – Dataset characteristics and statistics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2. General Visual Analytics – Activity patterns and case durations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3. Use Case-Specific Analysis – Rejection patterns and time analysis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4. Process Discovery – Model discovery with multiple algorithms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5. Conformance Checking – Fitness and precision evaluation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6. Key Findings and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Q1: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6 event logs analyzed (accepted, rejected, and rejection subtypes)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Total: 10,000+ cases with 800,000+ events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Time span: Multiple months of loan application data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Three rejection types: LCS, MID, and MLA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Average 15-80 events per case depending on outcome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Process variants show 80/20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Q2: Activity Frequency &amp;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Most frequent activities: Application submission, validation steps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Case duration varies significantly: Accepted vs Rejected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Accepted loans: Longer process (more validation steps)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Rejected loans: Shorter, early termination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Top 20 variants cover 80% of all cases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Clear patterns in process execution times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Q3: Rejection Pattern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Three distinct rejection types identified: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  • LCS Rejected: 14,000+ cases (credit scoring)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  • MID Rejected: 700+ cases (missing information)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  • MLA Rejected: 60,000+ cases (manual assessment)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Different process paths for each rejection type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Time-based patterns show operational hours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Resource workload distribution analyzed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Q4: Process Discovery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Three algorithms applied to sample of 1,000 cases: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  • Inductive Miner: Most structured, best for presentation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  • Alpha Miner: Simple but less precise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  • Heuristics Miner: Flexible, handles noise well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Comparison with provided handmade and inductive models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Model complexity varies: 20-100+ places/transitions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Discovered models align with provided references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Q5: Conformance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Token-based replay performed on all models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Key metrics evaluated: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  • Fitness: How well model represents log (0.7-0.95)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  • Precision: How precise is the model (0.6-0.85)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  • Generalization: Ability to handle unseen behavior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  • Simplicity: Model complexity vs. understandability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F-Score balances fitness and precision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Handmade model shows best overall conformance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Loan process has clear decision points for acceptance/rejection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Different rejection types follow distinct process paths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Process mining reveals bottlenecks in validation steps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Inductive Miner produces most interpretable models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Conformance checking validates process model quality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Time patterns show operational efficiency opportunities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Tools used: Python, PM4Py, Pandas, Matplotlib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Jupyter Notebook with 900+ lines of code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Comprehensive visualizations (10+ charts)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Statistical analysis of all event logs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Process models exported as PNG and PNML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Fully reproducible analysis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8F9F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96C7"/>
                </a:solidFill>
              </a:defRPr>
            </a:pPr>
            <a:r>
              <a:t>Questions &amp; Discussion</a:t>
            </a:r>
            <a:br/>
            <a:br/>
            <a:r>
              <a:t>🎩 Created by Walter for Artur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🎩 Created by Walter for Artur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